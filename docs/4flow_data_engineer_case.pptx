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73A74-32F8-4830-8F50-00848E1DC86C}" v="17" dt="2025-12-15T11:48:31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Piato" userId="3665b89be554f813" providerId="LiveId" clId="{9727ADEA-88F1-4DE7-B20D-7E3B7F98AF37}"/>
    <pc:docChg chg="undo custSel addSld delSld modSld">
      <pc:chgData name="Bruno Piato" userId="3665b89be554f813" providerId="LiveId" clId="{9727ADEA-88F1-4DE7-B20D-7E3B7F98AF37}" dt="2025-12-15T11:49:10.941" v="2371" actId="47"/>
      <pc:docMkLst>
        <pc:docMk/>
      </pc:docMkLst>
      <pc:sldChg chg="addSp modSp mod modClrScheme chgLayout">
        <pc:chgData name="Bruno Piato" userId="3665b89be554f813" providerId="LiveId" clId="{9727ADEA-88F1-4DE7-B20D-7E3B7F98AF37}" dt="2025-12-15T11:11:15.312" v="264" actId="20577"/>
        <pc:sldMkLst>
          <pc:docMk/>
          <pc:sldMk cId="1214442616" sldId="259"/>
        </pc:sldMkLst>
        <pc:spChg chg="mod ord">
          <ac:chgData name="Bruno Piato" userId="3665b89be554f813" providerId="LiveId" clId="{9727ADEA-88F1-4DE7-B20D-7E3B7F98AF37}" dt="2025-12-15T11:10:40.992" v="196" actId="700"/>
          <ac:spMkLst>
            <pc:docMk/>
            <pc:sldMk cId="1214442616" sldId="259"/>
            <ac:spMk id="2" creationId="{CEEE38F2-F1CD-DA2F-6079-BA1C1A808746}"/>
          </ac:spMkLst>
        </pc:spChg>
        <pc:spChg chg="mod ord">
          <ac:chgData name="Bruno Piato" userId="3665b89be554f813" providerId="LiveId" clId="{9727ADEA-88F1-4DE7-B20D-7E3B7F98AF37}" dt="2025-12-15T11:10:46.117" v="201" actId="20577"/>
          <ac:spMkLst>
            <pc:docMk/>
            <pc:sldMk cId="1214442616" sldId="259"/>
            <ac:spMk id="3" creationId="{A8097D26-E33D-43DE-3F62-89A755FD9145}"/>
          </ac:spMkLst>
        </pc:spChg>
        <pc:spChg chg="add mod ord">
          <ac:chgData name="Bruno Piato" userId="3665b89be554f813" providerId="LiveId" clId="{9727ADEA-88F1-4DE7-B20D-7E3B7F98AF37}" dt="2025-12-15T11:11:15.312" v="264" actId="20577"/>
          <ac:spMkLst>
            <pc:docMk/>
            <pc:sldMk cId="1214442616" sldId="259"/>
            <ac:spMk id="4" creationId="{57CE7915-5CC6-7A4D-E1F3-52A03F72D0BB}"/>
          </ac:spMkLst>
        </pc:spChg>
      </pc:sldChg>
      <pc:sldChg chg="modSp mod">
        <pc:chgData name="Bruno Piato" userId="3665b89be554f813" providerId="LiveId" clId="{9727ADEA-88F1-4DE7-B20D-7E3B7F98AF37}" dt="2025-12-15T11:48:58.722" v="2370" actId="27636"/>
        <pc:sldMkLst>
          <pc:docMk/>
          <pc:sldMk cId="2156893131" sldId="262"/>
        </pc:sldMkLst>
        <pc:spChg chg="mod">
          <ac:chgData name="Bruno Piato" userId="3665b89be554f813" providerId="LiveId" clId="{9727ADEA-88F1-4DE7-B20D-7E3B7F98AF37}" dt="2025-12-15T11:48:58.722" v="2370" actId="27636"/>
          <ac:spMkLst>
            <pc:docMk/>
            <pc:sldMk cId="2156893131" sldId="262"/>
            <ac:spMk id="3" creationId="{104BF0A8-B6C9-9F61-0A44-62438A8806C4}"/>
          </ac:spMkLst>
        </pc:spChg>
      </pc:sldChg>
      <pc:sldChg chg="modSp mod">
        <pc:chgData name="Bruno Piato" userId="3665b89be554f813" providerId="LiveId" clId="{9727ADEA-88F1-4DE7-B20D-7E3B7F98AF37}" dt="2025-12-15T11:48:54.349" v="2367" actId="27636"/>
        <pc:sldMkLst>
          <pc:docMk/>
          <pc:sldMk cId="3151080891" sldId="263"/>
        </pc:sldMkLst>
        <pc:spChg chg="mod">
          <ac:chgData name="Bruno Piato" userId="3665b89be554f813" providerId="LiveId" clId="{9727ADEA-88F1-4DE7-B20D-7E3B7F98AF37}" dt="2025-12-15T11:26:09.283" v="975" actId="20577"/>
          <ac:spMkLst>
            <pc:docMk/>
            <pc:sldMk cId="3151080891" sldId="263"/>
            <ac:spMk id="2" creationId="{97FA9B2A-622F-73E5-A213-715BBE621EB8}"/>
          </ac:spMkLst>
        </pc:spChg>
        <pc:spChg chg="mod">
          <ac:chgData name="Bruno Piato" userId="3665b89be554f813" providerId="LiveId" clId="{9727ADEA-88F1-4DE7-B20D-7E3B7F98AF37}" dt="2025-12-15T11:48:54.349" v="2367" actId="27636"/>
          <ac:spMkLst>
            <pc:docMk/>
            <pc:sldMk cId="3151080891" sldId="263"/>
            <ac:spMk id="3" creationId="{3BD44ED5-D359-1326-F2C1-656EA3FCCD0B}"/>
          </ac:spMkLst>
        </pc:spChg>
      </pc:sldChg>
      <pc:sldChg chg="modSp mod">
        <pc:chgData name="Bruno Piato" userId="3665b89be554f813" providerId="LiveId" clId="{9727ADEA-88F1-4DE7-B20D-7E3B7F98AF37}" dt="2025-12-15T11:48:48.877" v="2364" actId="20577"/>
        <pc:sldMkLst>
          <pc:docMk/>
          <pc:sldMk cId="3625676611" sldId="264"/>
        </pc:sldMkLst>
        <pc:spChg chg="mod">
          <ac:chgData name="Bruno Piato" userId="3665b89be554f813" providerId="LiveId" clId="{9727ADEA-88F1-4DE7-B20D-7E3B7F98AF37}" dt="2025-12-15T11:25:52.312" v="951" actId="20577"/>
          <ac:spMkLst>
            <pc:docMk/>
            <pc:sldMk cId="3625676611" sldId="264"/>
            <ac:spMk id="2" creationId="{A9D3C7AC-8107-E0EC-FCD8-A1D6D38A8DE6}"/>
          </ac:spMkLst>
        </pc:spChg>
        <pc:spChg chg="mod">
          <ac:chgData name="Bruno Piato" userId="3665b89be554f813" providerId="LiveId" clId="{9727ADEA-88F1-4DE7-B20D-7E3B7F98AF37}" dt="2025-12-15T11:48:48.877" v="2364" actId="20577"/>
          <ac:spMkLst>
            <pc:docMk/>
            <pc:sldMk cId="3625676611" sldId="264"/>
            <ac:spMk id="3" creationId="{9489FAA4-340F-38CA-11EC-BEC686C8FA50}"/>
          </ac:spMkLst>
        </pc:spChg>
      </pc:sldChg>
      <pc:sldChg chg="modSp new mod">
        <pc:chgData name="Bruno Piato" userId="3665b89be554f813" providerId="LiveId" clId="{9727ADEA-88F1-4DE7-B20D-7E3B7F98AF37}" dt="2025-12-15T11:48:45.531" v="2363" actId="27636"/>
        <pc:sldMkLst>
          <pc:docMk/>
          <pc:sldMk cId="2646445676" sldId="266"/>
        </pc:sldMkLst>
        <pc:spChg chg="mod">
          <ac:chgData name="Bruno Piato" userId="3665b89be554f813" providerId="LiveId" clId="{9727ADEA-88F1-4DE7-B20D-7E3B7F98AF37}" dt="2025-12-15T11:34:29.492" v="1531" actId="20577"/>
          <ac:spMkLst>
            <pc:docMk/>
            <pc:sldMk cId="2646445676" sldId="266"/>
            <ac:spMk id="2" creationId="{8A85CAFD-5810-F9FD-0D95-F647890B8939}"/>
          </ac:spMkLst>
        </pc:spChg>
        <pc:spChg chg="mod">
          <ac:chgData name="Bruno Piato" userId="3665b89be554f813" providerId="LiveId" clId="{9727ADEA-88F1-4DE7-B20D-7E3B7F98AF37}" dt="2025-12-15T11:48:45.531" v="2363" actId="27636"/>
          <ac:spMkLst>
            <pc:docMk/>
            <pc:sldMk cId="2646445676" sldId="266"/>
            <ac:spMk id="3" creationId="{B3652D4F-D48E-479C-40B7-91AEB52D9017}"/>
          </ac:spMkLst>
        </pc:spChg>
      </pc:sldChg>
      <pc:sldChg chg="modSp add mod">
        <pc:chgData name="Bruno Piato" userId="3665b89be554f813" providerId="LiveId" clId="{9727ADEA-88F1-4DE7-B20D-7E3B7F98AF37}" dt="2025-12-15T11:48:42.306" v="2360" actId="20577"/>
        <pc:sldMkLst>
          <pc:docMk/>
          <pc:sldMk cId="1945813978" sldId="267"/>
        </pc:sldMkLst>
        <pc:spChg chg="mod">
          <ac:chgData name="Bruno Piato" userId="3665b89be554f813" providerId="LiveId" clId="{9727ADEA-88F1-4DE7-B20D-7E3B7F98AF37}" dt="2025-12-15T11:34:18.336" v="1506" actId="20577"/>
          <ac:spMkLst>
            <pc:docMk/>
            <pc:sldMk cId="1945813978" sldId="267"/>
            <ac:spMk id="2" creationId="{119D94EC-5E22-9423-98B5-639BDAC28156}"/>
          </ac:spMkLst>
        </pc:spChg>
        <pc:spChg chg="mod">
          <ac:chgData name="Bruno Piato" userId="3665b89be554f813" providerId="LiveId" clId="{9727ADEA-88F1-4DE7-B20D-7E3B7F98AF37}" dt="2025-12-15T11:48:42.306" v="2360" actId="20577"/>
          <ac:spMkLst>
            <pc:docMk/>
            <pc:sldMk cId="1945813978" sldId="267"/>
            <ac:spMk id="3" creationId="{53AA4D6E-ED3E-F6B1-4A28-13FD00F8D989}"/>
          </ac:spMkLst>
        </pc:spChg>
      </pc:sldChg>
      <pc:sldChg chg="modSp add mod">
        <pc:chgData name="Bruno Piato" userId="3665b89be554f813" providerId="LiveId" clId="{9727ADEA-88F1-4DE7-B20D-7E3B7F98AF37}" dt="2025-12-15T11:48:39.259" v="2358" actId="20577"/>
        <pc:sldMkLst>
          <pc:docMk/>
          <pc:sldMk cId="1768683679" sldId="268"/>
        </pc:sldMkLst>
        <pc:spChg chg="mod">
          <ac:chgData name="Bruno Piato" userId="3665b89be554f813" providerId="LiveId" clId="{9727ADEA-88F1-4DE7-B20D-7E3B7F98AF37}" dt="2025-12-15T11:39:50.816" v="1951" actId="20577"/>
          <ac:spMkLst>
            <pc:docMk/>
            <pc:sldMk cId="1768683679" sldId="268"/>
            <ac:spMk id="2" creationId="{DB1F04B3-BD40-C50D-F632-A27439F928EA}"/>
          </ac:spMkLst>
        </pc:spChg>
        <pc:spChg chg="mod">
          <ac:chgData name="Bruno Piato" userId="3665b89be554f813" providerId="LiveId" clId="{9727ADEA-88F1-4DE7-B20D-7E3B7F98AF37}" dt="2025-12-15T11:48:39.259" v="2358" actId="20577"/>
          <ac:spMkLst>
            <pc:docMk/>
            <pc:sldMk cId="1768683679" sldId="268"/>
            <ac:spMk id="3" creationId="{C543A28B-8340-056A-1049-308DDEC1EA21}"/>
          </ac:spMkLst>
        </pc:spChg>
      </pc:sldChg>
      <pc:sldChg chg="modSp add mod">
        <pc:chgData name="Bruno Piato" userId="3665b89be554f813" providerId="LiveId" clId="{9727ADEA-88F1-4DE7-B20D-7E3B7F98AF37}" dt="2025-12-15T11:48:36.628" v="2357" actId="20577"/>
        <pc:sldMkLst>
          <pc:docMk/>
          <pc:sldMk cId="820453115" sldId="269"/>
        </pc:sldMkLst>
        <pc:spChg chg="mod">
          <ac:chgData name="Bruno Piato" userId="3665b89be554f813" providerId="LiveId" clId="{9727ADEA-88F1-4DE7-B20D-7E3B7F98AF37}" dt="2025-12-15T11:47:21.527" v="2225" actId="20577"/>
          <ac:spMkLst>
            <pc:docMk/>
            <pc:sldMk cId="820453115" sldId="269"/>
            <ac:spMk id="2" creationId="{7F7CCFF2-4909-783E-A2D0-622A9551FDD7}"/>
          </ac:spMkLst>
        </pc:spChg>
        <pc:spChg chg="mod">
          <ac:chgData name="Bruno Piato" userId="3665b89be554f813" providerId="LiveId" clId="{9727ADEA-88F1-4DE7-B20D-7E3B7F98AF37}" dt="2025-12-15T11:48:36.628" v="2357" actId="20577"/>
          <ac:spMkLst>
            <pc:docMk/>
            <pc:sldMk cId="820453115" sldId="269"/>
            <ac:spMk id="3" creationId="{5FF1C99A-16B2-F6E1-5999-D9A157F6BE3D}"/>
          </ac:spMkLst>
        </pc:spChg>
      </pc:sldChg>
      <pc:sldChg chg="add del">
        <pc:chgData name="Bruno Piato" userId="3665b89be554f813" providerId="LiveId" clId="{9727ADEA-88F1-4DE7-B20D-7E3B7F98AF37}" dt="2025-12-15T11:49:10.941" v="2371" actId="47"/>
        <pc:sldMkLst>
          <pc:docMk/>
          <pc:sldMk cId="2864752481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2ACE-3AE1-9464-D7E3-2878400FD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3B977-BA29-FD04-566F-B55A0EF4B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9B2A1-E1E2-908B-5D13-67B787AF6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D9D31-4555-E002-7C78-02E3BDD6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3B7C6-34A9-ED11-3520-A22BB83A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33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3D975-BFEA-BC6E-10AF-8035AF3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195EB-0453-F1BD-A252-4B78F844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8EDD-F118-5B54-700C-F5CC0B93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BEA06-8DD3-9F1A-7DEF-585FD667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472E-05EA-5CDD-A014-C11C82E5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65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E263-A1CD-17F7-694F-751EB6DE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F8CCF-02A8-A74A-20AD-0751D335F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FADF8-AEB1-3D95-475B-DD15971A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E910C-C32F-641E-2D20-ABDA6A93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D8A17-3810-BF47-3862-288FCFA2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33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C07C-DE10-C763-55E6-E6C5C32B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B08F9-EA65-41AE-1709-9A8C3EBCF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2A6A9-39A7-4661-86BF-7F9C4B3D9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3B0E-96E5-2CFD-CA1D-D02D7A84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DBD38-7555-B9BF-D10E-F2852E03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F089A-A735-1BE4-5D1F-D2BA1DC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84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3477-5DAD-75B1-81D0-944E9139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E6A97-1BC1-8382-398A-02C2E3592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FB7A9-0384-7F31-22EC-BCC6C10E9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D055F-51B9-AB7C-40A4-5BCA5F980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9B3E6-EBE2-8A63-9545-ACCBD2D5A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BF556-728B-72E8-10A6-A5007CAC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C0F8E-037F-8669-3990-4EB6ED36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9693D-9A11-A59A-4CF4-3C4AA016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468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A0E6-E0A1-A904-AB48-51548D75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E90C7-E1C5-465F-3841-A329ECF7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C7520-41FA-D8A6-775D-2989E7B2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81A93-E430-22B6-667D-A25588B6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87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E82E1-8ECF-EBB8-258B-C4B70910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E0FA2-293D-03E6-C192-E3201B98E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5005D-8F31-353A-44DE-09F8AABD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73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8DCA-BB41-7580-8FF0-D8B7FAC5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6844-00CC-3391-51F8-C5AEEC119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3E049-252E-F9B2-74F2-10F074672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4D07C-D0B5-BC57-41CD-CA2BA4E9C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45DB2-FD46-7616-223C-AB720B11C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6BA06-B3FE-578E-7DC6-66CE3BC8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424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047C-21BD-FAAE-9258-7183D6EB9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EFF2C5-4EA7-4340-2EC0-60691FE9B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CF1DF-8B4F-78E2-792B-0946E564F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65C3D-E5C2-FF59-F96B-54550E8A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13C0D-A7D6-895A-655C-8EA42EF6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6E879-FD63-C911-EF5B-50CB606D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89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9C26-4B8B-A036-4E19-A2A636A2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789E0-6D25-4C5A-44AF-786F60676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E263E-259D-2DA2-F0A1-C6F23462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4B818-0F7E-4728-9F6B-01E665D3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A0247-9E71-BCDF-22D0-26C5D676C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75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A08B2-8FB8-7DD2-4044-04C4875C7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B353D-7EBE-123C-5C3B-B826D1203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D66D-7A09-8845-7817-58368CC0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1384A-06EB-8FE9-F13A-E6FB4A43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35B0-3381-BC90-CA76-4FC35E01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22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22680-EC3B-32BB-556B-4F971BBF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41844-4E29-165B-B811-49007125C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193DC-1029-B44B-467E-331E022FD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33E5E-A155-450F-9A32-0ECEEBE51A96}" type="datetimeFigureOut">
              <a:rPr lang="pt-BR" smtClean="0"/>
              <a:t>15/12/2025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0485-1E08-9196-642B-AC7A728A0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718E-ABA6-46C5-9051-0F71970E4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B8D85-9572-477B-8392-E124BB5649F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92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rectangle with white text&#10;&#10;AI-generated content may be incorrect.">
            <a:extLst>
              <a:ext uri="{FF2B5EF4-FFF2-40B4-BE49-F238E27FC236}">
                <a16:creationId xmlns:a16="http://schemas.microsoft.com/office/drawing/2014/main" id="{189A173B-EA9B-4AF2-7628-93E0964D9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9"/>
            <a:ext cx="12192000" cy="685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7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66833-BB40-6DDF-01C7-7D548545B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Business </a:t>
            </a:r>
            <a:r>
              <a:rPr lang="pt-BR" dirty="0" err="1"/>
              <a:t>problem</a:t>
            </a:r>
            <a:endParaRPr lang="pt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ACCCFA-6A32-A238-01F7-B9E9819CD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Parcel servisse (delivery)</a:t>
            </a:r>
          </a:p>
          <a:p>
            <a:endParaRPr lang="pt-BR" dirty="0"/>
          </a:p>
          <a:p>
            <a:r>
              <a:rPr lang="pt-BR" dirty="0" err="1"/>
              <a:t>Increasing</a:t>
            </a:r>
            <a:r>
              <a:rPr lang="pt-BR" dirty="0"/>
              <a:t> </a:t>
            </a:r>
            <a:r>
              <a:rPr lang="pt-BR" dirty="0" err="1"/>
              <a:t>number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complaints</a:t>
            </a:r>
            <a:endParaRPr lang="pt-BR" dirty="0"/>
          </a:p>
          <a:p>
            <a:endParaRPr lang="pt-BR" dirty="0"/>
          </a:p>
          <a:p>
            <a:r>
              <a:rPr lang="pt-BR" dirty="0"/>
              <a:t>Root cause </a:t>
            </a:r>
            <a:r>
              <a:rPr lang="pt-BR" dirty="0" err="1"/>
              <a:t>is</a:t>
            </a:r>
            <a:r>
              <a:rPr lang="pt-BR" dirty="0"/>
              <a:t> nuclear</a:t>
            </a:r>
          </a:p>
          <a:p>
            <a:endParaRPr lang="pt-BR" dirty="0"/>
          </a:p>
          <a:p>
            <a:r>
              <a:rPr lang="pt-BR" dirty="0" err="1"/>
              <a:t>Tight</a:t>
            </a:r>
            <a:r>
              <a:rPr lang="pt-BR" dirty="0"/>
              <a:t> </a:t>
            </a:r>
            <a:r>
              <a:rPr lang="pt-BR" dirty="0" err="1"/>
              <a:t>monitoring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get</a:t>
            </a:r>
            <a:r>
              <a:rPr lang="pt-BR" dirty="0"/>
              <a:t> </a:t>
            </a:r>
            <a:r>
              <a:rPr lang="pt-BR" dirty="0" err="1"/>
              <a:t>hotspots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1189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F57B-5D69-47A1-68B1-44226831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Deliverables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873B2-2E15-C511-D2E8-058D3AF59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Report 1:</a:t>
            </a:r>
          </a:p>
          <a:p>
            <a:pPr lvl="1"/>
            <a:r>
              <a:rPr lang="pt-BR" dirty="0" err="1"/>
              <a:t>What</a:t>
            </a:r>
            <a:r>
              <a:rPr lang="pt-BR" dirty="0"/>
              <a:t> are </a:t>
            </a:r>
            <a:r>
              <a:rPr lang="pt-BR" dirty="0" err="1"/>
              <a:t>the</a:t>
            </a:r>
            <a:r>
              <a:rPr lang="pt-BR" dirty="0"/>
              <a:t> pick-up </a:t>
            </a:r>
            <a:r>
              <a:rPr lang="pt-BR" dirty="0" err="1"/>
              <a:t>stations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received</a:t>
            </a:r>
            <a:r>
              <a:rPr lang="pt-BR" dirty="0"/>
              <a:t> </a:t>
            </a:r>
            <a:r>
              <a:rPr lang="pt-BR" dirty="0" err="1"/>
              <a:t>complaints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last</a:t>
            </a:r>
            <a:r>
              <a:rPr lang="pt-BR" dirty="0"/>
              <a:t> 14 </a:t>
            </a:r>
            <a:r>
              <a:rPr lang="pt-BR" dirty="0" err="1"/>
              <a:t>days</a:t>
            </a:r>
            <a:r>
              <a:rPr lang="pt-BR" dirty="0"/>
              <a:t>?</a:t>
            </a:r>
          </a:p>
          <a:p>
            <a:pPr lvl="2"/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ID</a:t>
            </a:r>
          </a:p>
          <a:p>
            <a:pPr lvl="2"/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</a:t>
            </a:r>
            <a:r>
              <a:rPr lang="pt-BR" dirty="0" err="1"/>
              <a:t>Name</a:t>
            </a:r>
            <a:endParaRPr lang="pt-BR" dirty="0"/>
          </a:p>
          <a:p>
            <a:pPr lvl="2"/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Zip </a:t>
            </a:r>
            <a:r>
              <a:rPr lang="pt-BR" dirty="0" err="1"/>
              <a:t>code</a:t>
            </a:r>
            <a:endParaRPr lang="pt-BR" dirty="0"/>
          </a:p>
          <a:p>
            <a:pPr lvl="2"/>
            <a:r>
              <a:rPr lang="pt-BR" dirty="0" err="1"/>
              <a:t>Number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claims</a:t>
            </a:r>
            <a:endParaRPr lang="pt-BR" dirty="0"/>
          </a:p>
          <a:p>
            <a:pPr lvl="2"/>
            <a:endParaRPr lang="pt-BR" dirty="0"/>
          </a:p>
          <a:p>
            <a:r>
              <a:rPr lang="pt-BR" dirty="0"/>
              <a:t>Report 2:</a:t>
            </a:r>
          </a:p>
          <a:p>
            <a:pPr lvl="1"/>
            <a:r>
              <a:rPr lang="pt-BR" dirty="0" err="1"/>
              <a:t>What</a:t>
            </a:r>
            <a:r>
              <a:rPr lang="pt-BR" dirty="0"/>
              <a:t> are </a:t>
            </a:r>
            <a:r>
              <a:rPr lang="pt-BR" dirty="0" err="1"/>
              <a:t>the</a:t>
            </a:r>
            <a:r>
              <a:rPr lang="pt-BR" dirty="0"/>
              <a:t> final recipientes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associated</a:t>
            </a:r>
            <a:r>
              <a:rPr lang="pt-BR" dirty="0"/>
              <a:t> </a:t>
            </a:r>
            <a:r>
              <a:rPr lang="pt-BR" dirty="0" err="1"/>
              <a:t>stations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more </a:t>
            </a:r>
            <a:r>
              <a:rPr lang="pt-BR" dirty="0" err="1"/>
              <a:t>than</a:t>
            </a:r>
            <a:r>
              <a:rPr lang="pt-BR" dirty="0"/>
              <a:t> 5 </a:t>
            </a:r>
            <a:r>
              <a:rPr lang="pt-BR" dirty="0" err="1"/>
              <a:t>complaints</a:t>
            </a:r>
            <a:r>
              <a:rPr lang="pt-BR" dirty="0"/>
              <a:t> in </a:t>
            </a:r>
            <a:r>
              <a:rPr lang="pt-BR" dirty="0" err="1"/>
              <a:t>last</a:t>
            </a:r>
            <a:r>
              <a:rPr lang="pt-BR" dirty="0"/>
              <a:t> 2 </a:t>
            </a:r>
            <a:r>
              <a:rPr lang="pt-BR" dirty="0" err="1"/>
              <a:t>months</a:t>
            </a:r>
            <a:r>
              <a:rPr lang="pt-BR" dirty="0"/>
              <a:t>?</a:t>
            </a:r>
          </a:p>
          <a:p>
            <a:pPr lvl="2"/>
            <a:r>
              <a:rPr lang="pt-BR" dirty="0"/>
              <a:t>Final recipiente </a:t>
            </a:r>
            <a:r>
              <a:rPr lang="pt-BR" dirty="0" err="1"/>
              <a:t>name</a:t>
            </a:r>
            <a:r>
              <a:rPr lang="pt-BR" dirty="0"/>
              <a:t> </a:t>
            </a:r>
          </a:p>
          <a:p>
            <a:pPr lvl="2"/>
            <a:r>
              <a:rPr lang="pt-BR" dirty="0"/>
              <a:t>Final recipiente </a:t>
            </a:r>
            <a:r>
              <a:rPr lang="pt-BR" dirty="0" err="1"/>
              <a:t>address</a:t>
            </a:r>
            <a:endParaRPr lang="pt-BR" dirty="0"/>
          </a:p>
          <a:p>
            <a:pPr lvl="2"/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</a:t>
            </a:r>
            <a:r>
              <a:rPr lang="pt-BR" dirty="0" err="1"/>
              <a:t>IDs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19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B3EF-05C2-3839-A123-5D333367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Goals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5248-1F8A-6C49-EFC5-FC9FB850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Design a data pipeline</a:t>
            </a:r>
          </a:p>
          <a:p>
            <a:endParaRPr lang="pt-BR" dirty="0"/>
          </a:p>
          <a:p>
            <a:r>
              <a:rPr lang="pt-BR" dirty="0" err="1"/>
              <a:t>Bring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delivery </a:t>
            </a:r>
            <a:r>
              <a:rPr lang="pt-BR" dirty="0" err="1"/>
              <a:t>events</a:t>
            </a:r>
            <a:r>
              <a:rPr lang="pt-BR" dirty="0"/>
              <a:t> data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pipeline</a:t>
            </a:r>
          </a:p>
          <a:p>
            <a:endParaRPr lang="pt-BR" dirty="0"/>
          </a:p>
          <a:p>
            <a:r>
              <a:rPr lang="pt-BR" dirty="0" err="1"/>
              <a:t>Bring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complaints</a:t>
            </a:r>
            <a:r>
              <a:rPr lang="pt-BR" dirty="0"/>
              <a:t> </a:t>
            </a:r>
            <a:r>
              <a:rPr lang="pt-BR" dirty="0" err="1"/>
              <a:t>events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pipeline</a:t>
            </a:r>
          </a:p>
          <a:p>
            <a:endParaRPr lang="pt-BR" dirty="0"/>
          </a:p>
          <a:p>
            <a:r>
              <a:rPr lang="pt-BR" dirty="0"/>
              <a:t>Use Microsoft Azure </a:t>
            </a:r>
            <a:r>
              <a:rPr lang="pt-BR" dirty="0" err="1"/>
              <a:t>platform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aid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process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50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38F2-F1CD-DA2F-6079-BA1C1A80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Available</a:t>
            </a:r>
            <a:r>
              <a:rPr lang="pt-BR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97D26-E33D-43DE-3F62-89A755FD91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Delivery </a:t>
            </a:r>
            <a:r>
              <a:rPr lang="pt-BR" dirty="0" err="1"/>
              <a:t>events</a:t>
            </a:r>
            <a:r>
              <a:rPr lang="pt-BR" dirty="0"/>
              <a:t> files (CSV, XML </a:t>
            </a:r>
            <a:r>
              <a:rPr lang="pt-BR" dirty="0" err="1"/>
              <a:t>and</a:t>
            </a:r>
            <a:r>
              <a:rPr lang="pt-BR" dirty="0"/>
              <a:t> JSON)</a:t>
            </a:r>
          </a:p>
          <a:p>
            <a:pPr lvl="1"/>
            <a:r>
              <a:rPr lang="pt-BR" dirty="0"/>
              <a:t>Delivery </a:t>
            </a:r>
            <a:r>
              <a:rPr lang="pt-BR" dirty="0" err="1"/>
              <a:t>timestamp</a:t>
            </a:r>
            <a:endParaRPr lang="pt-BR" dirty="0"/>
          </a:p>
          <a:p>
            <a:pPr lvl="1"/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ID</a:t>
            </a:r>
          </a:p>
          <a:p>
            <a:pPr lvl="1"/>
            <a:r>
              <a:rPr lang="pt-BR" dirty="0"/>
              <a:t>Final </a:t>
            </a:r>
            <a:r>
              <a:rPr lang="pt-BR" dirty="0" err="1"/>
              <a:t>recipient’s</a:t>
            </a:r>
            <a:r>
              <a:rPr lang="pt-BR" dirty="0"/>
              <a:t> 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address</a:t>
            </a:r>
            <a:endParaRPr lang="pt-BR" dirty="0"/>
          </a:p>
          <a:p>
            <a:pPr lvl="1"/>
            <a:r>
              <a:rPr lang="pt-BR" dirty="0"/>
              <a:t>Driver ID</a:t>
            </a:r>
          </a:p>
          <a:p>
            <a:pPr lvl="1"/>
            <a:r>
              <a:rPr lang="pt-BR" dirty="0"/>
              <a:t>Parcel ID</a:t>
            </a:r>
          </a:p>
          <a:p>
            <a:pPr lvl="1"/>
            <a:r>
              <a:rPr lang="pt-BR" dirty="0"/>
              <a:t>Purchase </a:t>
            </a:r>
            <a:r>
              <a:rPr lang="pt-BR" dirty="0" err="1"/>
              <a:t>Order</a:t>
            </a:r>
            <a:r>
              <a:rPr lang="pt-BR" dirty="0"/>
              <a:t> ID</a:t>
            </a:r>
          </a:p>
          <a:p>
            <a:pPr lvl="1"/>
            <a:endParaRPr lang="pt-BR" dirty="0"/>
          </a:p>
          <a:p>
            <a:r>
              <a:rPr lang="pt-BR" dirty="0" err="1"/>
              <a:t>Complaints</a:t>
            </a:r>
            <a:r>
              <a:rPr lang="pt-BR" dirty="0"/>
              <a:t> (CSV, XML </a:t>
            </a:r>
            <a:r>
              <a:rPr lang="pt-BR" dirty="0" err="1"/>
              <a:t>and</a:t>
            </a:r>
            <a:r>
              <a:rPr lang="pt-BR" dirty="0"/>
              <a:t> JSON)</a:t>
            </a:r>
          </a:p>
          <a:p>
            <a:pPr lvl="1"/>
            <a:r>
              <a:rPr lang="pt-BR" dirty="0" err="1"/>
              <a:t>Timestamp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complaint</a:t>
            </a:r>
            <a:endParaRPr lang="pt-BR" dirty="0"/>
          </a:p>
          <a:p>
            <a:pPr lvl="1"/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ID</a:t>
            </a:r>
          </a:p>
          <a:p>
            <a:pPr lvl="1"/>
            <a:r>
              <a:rPr lang="pt-BR" dirty="0"/>
              <a:t>Final </a:t>
            </a:r>
            <a:r>
              <a:rPr lang="pt-BR" dirty="0" err="1"/>
              <a:t>recipient’s</a:t>
            </a:r>
            <a:r>
              <a:rPr lang="pt-BR" dirty="0"/>
              <a:t> 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address</a:t>
            </a:r>
            <a:endParaRPr lang="pt-BR" dirty="0"/>
          </a:p>
          <a:p>
            <a:pPr lvl="1"/>
            <a:r>
              <a:rPr lang="pt-BR" dirty="0"/>
              <a:t>Parcel ID (</a:t>
            </a:r>
            <a:r>
              <a:rPr lang="pt-BR" dirty="0" err="1"/>
              <a:t>optional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Purchase </a:t>
            </a:r>
            <a:r>
              <a:rPr lang="pt-BR" dirty="0" err="1"/>
              <a:t>Order</a:t>
            </a:r>
            <a:r>
              <a:rPr lang="pt-BR" dirty="0"/>
              <a:t> ID (</a:t>
            </a:r>
            <a:r>
              <a:rPr lang="pt-BR" dirty="0" err="1"/>
              <a:t>optional</a:t>
            </a:r>
            <a:r>
              <a:rPr lang="pt-BR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E7915-5CC6-7A4D-E1F3-52A03F72D0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err="1"/>
              <a:t>List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stations</a:t>
            </a:r>
            <a:r>
              <a:rPr lang="pt-BR" dirty="0"/>
              <a:t> (</a:t>
            </a:r>
            <a:r>
              <a:rPr lang="pt-BR" dirty="0" err="1"/>
              <a:t>database</a:t>
            </a:r>
            <a:r>
              <a:rPr lang="pt-BR" dirty="0"/>
              <a:t>)</a:t>
            </a:r>
          </a:p>
          <a:p>
            <a:pPr lvl="1"/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ID</a:t>
            </a:r>
          </a:p>
          <a:p>
            <a:pPr lvl="1"/>
            <a:r>
              <a:rPr lang="pt-BR" dirty="0" err="1"/>
              <a:t>Name</a:t>
            </a:r>
            <a:endParaRPr lang="pt-BR" dirty="0"/>
          </a:p>
          <a:p>
            <a:pPr lvl="1"/>
            <a:r>
              <a:rPr lang="pt-BR" dirty="0"/>
              <a:t>City</a:t>
            </a:r>
          </a:p>
          <a:p>
            <a:pPr lvl="1"/>
            <a:r>
              <a:rPr lang="pt-BR" dirty="0"/>
              <a:t>Zip </a:t>
            </a:r>
            <a:r>
              <a:rPr lang="pt-BR" dirty="0" err="1"/>
              <a:t>code</a:t>
            </a:r>
            <a:endParaRPr lang="pt-BR" dirty="0"/>
          </a:p>
          <a:p>
            <a:pPr lvl="1"/>
            <a:r>
              <a:rPr lang="pt-BR" dirty="0"/>
              <a:t>Street</a:t>
            </a:r>
          </a:p>
        </p:txBody>
      </p:sp>
    </p:spTree>
    <p:extLst>
      <p:ext uri="{BB962C8B-B14F-4D97-AF65-F5344CB8AC3E}">
        <p14:creationId xmlns:p14="http://schemas.microsoft.com/office/powerpoint/2010/main" val="1214442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E64F-2A90-CBC6-D67F-466A1E1D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Assumptions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20132-8B2E-A89D-A04B-C653EEBD4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/>
              <a:t>We</a:t>
            </a:r>
            <a:r>
              <a:rPr lang="pt-BR" dirty="0"/>
              <a:t> are </a:t>
            </a:r>
            <a:r>
              <a:rPr lang="pt-BR" dirty="0" err="1"/>
              <a:t>using</a:t>
            </a:r>
            <a:r>
              <a:rPr lang="pt-BR" dirty="0"/>
              <a:t> Azure PostgreSQL </a:t>
            </a:r>
            <a:r>
              <a:rPr lang="pt-BR" dirty="0" err="1"/>
              <a:t>database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IDs</a:t>
            </a:r>
            <a:r>
              <a:rPr lang="pt-BR" dirty="0"/>
              <a:t> in </a:t>
            </a:r>
            <a:r>
              <a:rPr lang="pt-BR" dirty="0" err="1"/>
              <a:t>complaints</a:t>
            </a:r>
            <a:r>
              <a:rPr lang="pt-BR" dirty="0"/>
              <a:t> data are </a:t>
            </a:r>
            <a:r>
              <a:rPr lang="pt-BR" dirty="0" err="1"/>
              <a:t>congruent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reference</a:t>
            </a:r>
            <a:r>
              <a:rPr lang="pt-BR" dirty="0"/>
              <a:t> </a:t>
            </a:r>
            <a:r>
              <a:rPr lang="pt-BR" dirty="0" err="1"/>
              <a:t>database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IDs</a:t>
            </a:r>
            <a:r>
              <a:rPr lang="pt-BR" dirty="0"/>
              <a:t> in delivery </a:t>
            </a:r>
            <a:r>
              <a:rPr lang="pt-BR" dirty="0" err="1"/>
              <a:t>events</a:t>
            </a:r>
            <a:r>
              <a:rPr lang="pt-BR" dirty="0"/>
              <a:t> data are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consolidated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reference</a:t>
            </a:r>
            <a:r>
              <a:rPr lang="pt-BR" dirty="0"/>
              <a:t> </a:t>
            </a:r>
            <a:r>
              <a:rPr lang="pt-BR" dirty="0" err="1"/>
              <a:t>database</a:t>
            </a:r>
            <a:endParaRPr lang="pt-BR" dirty="0"/>
          </a:p>
          <a:p>
            <a:endParaRPr lang="pt-BR" dirty="0"/>
          </a:p>
          <a:p>
            <a:r>
              <a:rPr lang="pt-BR" dirty="0"/>
              <a:t>Delivery </a:t>
            </a:r>
            <a:r>
              <a:rPr lang="pt-BR" dirty="0" err="1"/>
              <a:t>events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complaints</a:t>
            </a:r>
            <a:r>
              <a:rPr lang="pt-BR" dirty="0"/>
              <a:t> files </a:t>
            </a:r>
            <a:r>
              <a:rPr lang="pt-BR" dirty="0" err="1"/>
              <a:t>fall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two</a:t>
            </a:r>
            <a:r>
              <a:rPr lang="pt-BR" dirty="0"/>
              <a:t> diferente folders in </a:t>
            </a:r>
            <a:r>
              <a:rPr lang="pt-BR" dirty="0" err="1"/>
              <a:t>the</a:t>
            </a:r>
            <a:r>
              <a:rPr lang="pt-BR" dirty="0"/>
              <a:t> central server</a:t>
            </a:r>
          </a:p>
        </p:txBody>
      </p:sp>
    </p:spTree>
    <p:extLst>
      <p:ext uri="{BB962C8B-B14F-4D97-AF65-F5344CB8AC3E}">
        <p14:creationId xmlns:p14="http://schemas.microsoft.com/office/powerpoint/2010/main" val="49573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A10C-E0AE-CE16-9FF7-24E004B7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Pipeline </a:t>
            </a:r>
            <a:r>
              <a:rPr lang="pt-BR" dirty="0" err="1"/>
              <a:t>architecture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14A4-294C-7CCC-6359-619E9DAF2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Three</a:t>
            </a:r>
            <a:r>
              <a:rPr lang="pt-BR" dirty="0"/>
              <a:t> </a:t>
            </a:r>
            <a:r>
              <a:rPr lang="pt-BR" dirty="0" err="1"/>
              <a:t>layers</a:t>
            </a:r>
            <a:r>
              <a:rPr lang="pt-BR" dirty="0"/>
              <a:t> for </a:t>
            </a:r>
            <a:r>
              <a:rPr lang="pt-BR" dirty="0" err="1"/>
              <a:t>improved</a:t>
            </a:r>
            <a:r>
              <a:rPr lang="pt-BR" dirty="0"/>
              <a:t> </a:t>
            </a:r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governance</a:t>
            </a:r>
            <a:endParaRPr lang="pt-BR" dirty="0"/>
          </a:p>
          <a:p>
            <a:pPr lvl="1"/>
            <a:r>
              <a:rPr lang="pt-BR" dirty="0"/>
              <a:t>Landing zone</a:t>
            </a:r>
          </a:p>
          <a:p>
            <a:pPr lvl="1"/>
            <a:r>
              <a:rPr lang="pt-BR" dirty="0" err="1"/>
              <a:t>Staging</a:t>
            </a:r>
            <a:r>
              <a:rPr lang="pt-BR" dirty="0"/>
              <a:t> zone</a:t>
            </a:r>
          </a:p>
          <a:p>
            <a:pPr lvl="1"/>
            <a:r>
              <a:rPr lang="pt-BR" dirty="0"/>
              <a:t>Data Warehouse zone</a:t>
            </a:r>
          </a:p>
          <a:p>
            <a:pPr lvl="1"/>
            <a:endParaRPr lang="pt-BR" dirty="0"/>
          </a:p>
          <a:p>
            <a:r>
              <a:rPr lang="pt-BR" dirty="0" err="1"/>
              <a:t>Orchestration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made</a:t>
            </a:r>
            <a:r>
              <a:rPr lang="pt-BR" dirty="0"/>
              <a:t> </a:t>
            </a:r>
            <a:r>
              <a:rPr lang="pt-BR" dirty="0" err="1"/>
              <a:t>mostly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pipelines in Azure Data </a:t>
            </a:r>
            <a:r>
              <a:rPr lang="pt-BR" dirty="0" err="1"/>
              <a:t>Factory</a:t>
            </a:r>
            <a:endParaRPr lang="pt-BR" dirty="0"/>
          </a:p>
          <a:p>
            <a:endParaRPr lang="pt-BR" dirty="0"/>
          </a:p>
          <a:p>
            <a:r>
              <a:rPr lang="pt-BR" dirty="0"/>
              <a:t>Reports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exposed</a:t>
            </a:r>
            <a:r>
              <a:rPr lang="pt-BR" dirty="0"/>
              <a:t> as </a:t>
            </a:r>
            <a:r>
              <a:rPr lang="pt-BR" dirty="0" err="1"/>
              <a:t>views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2562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6398-1871-6954-BF5E-75AD1E0B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</a:t>
            </a:r>
            <a:r>
              <a:rPr lang="pt-BR" dirty="0" err="1"/>
              <a:t>bring</a:t>
            </a:r>
            <a:r>
              <a:rPr lang="pt-BR" dirty="0"/>
              <a:t> </a:t>
            </a:r>
            <a:r>
              <a:rPr lang="pt-BR" dirty="0" err="1"/>
              <a:t>raw</a:t>
            </a:r>
            <a:r>
              <a:rPr lang="pt-BR" dirty="0"/>
              <a:t> data </a:t>
            </a:r>
            <a:r>
              <a:rPr lang="pt-BR" dirty="0" err="1"/>
              <a:t>into</a:t>
            </a:r>
            <a:r>
              <a:rPr lang="pt-BR" dirty="0"/>
              <a:t> landing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BF0A8-B6C9-9F61-0A44-62438A880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Azure Data </a:t>
            </a:r>
            <a:r>
              <a:rPr lang="pt-BR" dirty="0" err="1"/>
              <a:t>Factory</a:t>
            </a:r>
            <a:r>
              <a:rPr lang="pt-BR" dirty="0"/>
              <a:t> Pipelines</a:t>
            </a:r>
          </a:p>
          <a:p>
            <a:pPr lvl="1"/>
            <a:r>
              <a:rPr lang="pt-BR" dirty="0"/>
              <a:t>Daily </a:t>
            </a:r>
            <a:r>
              <a:rPr lang="pt-BR" dirty="0" err="1"/>
              <a:t>triggered</a:t>
            </a:r>
            <a:endParaRPr lang="pt-BR" dirty="0"/>
          </a:p>
          <a:p>
            <a:pPr lvl="1"/>
            <a:r>
              <a:rPr lang="pt-BR" dirty="0" err="1"/>
              <a:t>Get</a:t>
            </a:r>
            <a:r>
              <a:rPr lang="pt-BR" dirty="0"/>
              <a:t> </a:t>
            </a:r>
            <a:r>
              <a:rPr lang="pt-BR" dirty="0" err="1"/>
              <a:t>metadata</a:t>
            </a:r>
            <a:endParaRPr lang="pt-BR" dirty="0"/>
          </a:p>
          <a:p>
            <a:pPr lvl="1"/>
            <a:r>
              <a:rPr lang="pt-BR" dirty="0" err="1"/>
              <a:t>ForEach</a:t>
            </a:r>
            <a:r>
              <a:rPr lang="pt-BR" dirty="0"/>
              <a:t> file</a:t>
            </a:r>
          </a:p>
          <a:p>
            <a:pPr lvl="1"/>
            <a:r>
              <a:rPr lang="pt-BR" dirty="0"/>
              <a:t>Copy </a:t>
            </a:r>
            <a:r>
              <a:rPr lang="pt-BR" dirty="0" err="1"/>
              <a:t>activity</a:t>
            </a:r>
            <a:endParaRPr lang="pt-BR" dirty="0"/>
          </a:p>
          <a:p>
            <a:pPr lvl="1"/>
            <a:r>
              <a:rPr lang="pt-BR" dirty="0"/>
              <a:t>SQL Script (INSERT)</a:t>
            </a:r>
          </a:p>
          <a:p>
            <a:pPr lvl="1"/>
            <a:endParaRPr lang="pt-BR" dirty="0"/>
          </a:p>
          <a:p>
            <a:r>
              <a:rPr lang="pt-BR" dirty="0"/>
              <a:t>Copies </a:t>
            </a:r>
            <a:r>
              <a:rPr lang="pt-BR" dirty="0" err="1"/>
              <a:t>raw</a:t>
            </a:r>
            <a:r>
              <a:rPr lang="pt-BR" dirty="0"/>
              <a:t> data </a:t>
            </a:r>
            <a:r>
              <a:rPr lang="pt-BR" dirty="0" err="1"/>
              <a:t>into</a:t>
            </a:r>
            <a:r>
              <a:rPr lang="pt-BR" dirty="0"/>
              <a:t> Azure Data Lake </a:t>
            </a:r>
            <a:r>
              <a:rPr lang="pt-BR" dirty="0" err="1"/>
              <a:t>Storage</a:t>
            </a:r>
            <a:r>
              <a:rPr lang="pt-BR" dirty="0"/>
              <a:t> Gen2</a:t>
            </a:r>
          </a:p>
          <a:p>
            <a:endParaRPr lang="pt-BR" dirty="0"/>
          </a:p>
          <a:p>
            <a:r>
              <a:rPr lang="pt-BR" dirty="0"/>
              <a:t>Updates </a:t>
            </a:r>
            <a:r>
              <a:rPr lang="pt-BR" i="1" dirty="0" err="1"/>
              <a:t>landing_file</a:t>
            </a:r>
            <a:r>
              <a:rPr lang="pt-BR" i="1" dirty="0"/>
              <a:t> </a:t>
            </a:r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table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689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9B2A-622F-73E5-A213-715BBE62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Parse </a:t>
            </a:r>
            <a:r>
              <a:rPr lang="pt-BR" dirty="0" err="1"/>
              <a:t>raw</a:t>
            </a:r>
            <a:r>
              <a:rPr lang="pt-BR" dirty="0"/>
              <a:t> CSV/XML/JSON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staging</a:t>
            </a:r>
            <a:r>
              <a:rPr lang="pt-BR" dirty="0"/>
              <a:t>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44ED5-D359-1326-F2C1-656EA3FC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Azure Data </a:t>
            </a:r>
            <a:r>
              <a:rPr lang="pt-BR" dirty="0" err="1"/>
              <a:t>Factory</a:t>
            </a:r>
            <a:r>
              <a:rPr lang="pt-BR" dirty="0"/>
              <a:t> Pipeline</a:t>
            </a:r>
          </a:p>
          <a:p>
            <a:pPr lvl="1"/>
            <a:r>
              <a:rPr lang="pt-BR" dirty="0"/>
              <a:t>Trigger</a:t>
            </a:r>
          </a:p>
          <a:p>
            <a:pPr lvl="1"/>
            <a:r>
              <a:rPr lang="pt-BR" dirty="0" err="1"/>
              <a:t>LookUp</a:t>
            </a:r>
            <a:r>
              <a:rPr lang="pt-BR" dirty="0"/>
              <a:t> “RECEIVED” in </a:t>
            </a:r>
            <a:r>
              <a:rPr lang="pt-BR" i="1" dirty="0" err="1"/>
              <a:t>landing_file</a:t>
            </a:r>
            <a:endParaRPr lang="pt-BR" dirty="0"/>
          </a:p>
          <a:p>
            <a:pPr lvl="1"/>
            <a:r>
              <a:rPr lang="pt-BR" dirty="0" err="1"/>
              <a:t>If</a:t>
            </a:r>
            <a:r>
              <a:rPr lang="pt-BR" dirty="0"/>
              <a:t> COUNT </a:t>
            </a:r>
            <a:r>
              <a:rPr lang="pt-BR" dirty="0" err="1"/>
              <a:t>greater</a:t>
            </a:r>
            <a:r>
              <a:rPr lang="pt-BR" dirty="0"/>
              <a:t> </a:t>
            </a:r>
            <a:r>
              <a:rPr lang="pt-BR" dirty="0" err="1"/>
              <a:t>than</a:t>
            </a:r>
            <a:r>
              <a:rPr lang="pt-BR" dirty="0"/>
              <a:t> zero</a:t>
            </a:r>
          </a:p>
          <a:p>
            <a:pPr lvl="1"/>
            <a:r>
              <a:rPr lang="pt-BR" dirty="0" err="1"/>
              <a:t>Calls</a:t>
            </a:r>
            <a:r>
              <a:rPr lang="pt-BR" dirty="0"/>
              <a:t> Python parser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container</a:t>
            </a:r>
          </a:p>
          <a:p>
            <a:pPr lvl="1"/>
            <a:endParaRPr lang="pt-BR" dirty="0"/>
          </a:p>
          <a:p>
            <a:r>
              <a:rPr lang="pt-BR" dirty="0"/>
              <a:t>Python parser </a:t>
            </a:r>
            <a:r>
              <a:rPr lang="pt-BR" dirty="0" err="1"/>
              <a:t>inserts</a:t>
            </a:r>
            <a:r>
              <a:rPr lang="pt-BR" dirty="0"/>
              <a:t> data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suitable</a:t>
            </a:r>
            <a:r>
              <a:rPr lang="pt-BR" dirty="0"/>
              <a:t> </a:t>
            </a:r>
            <a:r>
              <a:rPr lang="pt-BR" dirty="0" err="1"/>
              <a:t>staging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 (</a:t>
            </a:r>
            <a:r>
              <a:rPr lang="pt-BR" i="1" dirty="0" err="1"/>
              <a:t>stg_delivery_events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i="1" dirty="0" err="1"/>
              <a:t>stg_complaints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For </a:t>
            </a:r>
            <a:r>
              <a:rPr lang="pt-BR" dirty="0" err="1"/>
              <a:t>each</a:t>
            </a:r>
            <a:r>
              <a:rPr lang="pt-BR" dirty="0"/>
              <a:t> </a:t>
            </a:r>
            <a:r>
              <a:rPr lang="pt-BR" dirty="0" err="1"/>
              <a:t>parsed</a:t>
            </a:r>
            <a:r>
              <a:rPr lang="pt-BR" dirty="0"/>
              <a:t> file updates </a:t>
            </a:r>
            <a:r>
              <a:rPr lang="pt-BR" i="1" dirty="0" err="1"/>
              <a:t>landing_file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“PARSED” </a:t>
            </a:r>
            <a:r>
              <a:rPr lang="pt-BR" dirty="0" err="1"/>
              <a:t>or</a:t>
            </a:r>
            <a:r>
              <a:rPr lang="pt-BR" dirty="0"/>
              <a:t> “FAILED”</a:t>
            </a:r>
          </a:p>
        </p:txBody>
      </p:sp>
    </p:spTree>
    <p:extLst>
      <p:ext uri="{BB962C8B-B14F-4D97-AF65-F5344CB8AC3E}">
        <p14:creationId xmlns:p14="http://schemas.microsoft.com/office/powerpoint/2010/main" val="315108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C7AC-8107-E0EC-FCD8-A1D6D38A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copy </a:t>
            </a:r>
            <a:r>
              <a:rPr lang="pt-BR" dirty="0" err="1"/>
              <a:t>reference</a:t>
            </a:r>
            <a:r>
              <a:rPr lang="pt-BR" dirty="0"/>
              <a:t> data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staging</a:t>
            </a:r>
            <a:r>
              <a:rPr lang="pt-BR" dirty="0"/>
              <a:t>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9FAA4-340F-38CA-11EC-BEC686C8F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Azure Data </a:t>
            </a:r>
            <a:r>
              <a:rPr lang="pt-BR" dirty="0" err="1"/>
              <a:t>Factory</a:t>
            </a:r>
            <a:r>
              <a:rPr lang="pt-BR" dirty="0"/>
              <a:t> Pipelines</a:t>
            </a:r>
          </a:p>
          <a:p>
            <a:pPr lvl="1"/>
            <a:r>
              <a:rPr lang="pt-BR" dirty="0"/>
              <a:t>Trigger</a:t>
            </a:r>
          </a:p>
          <a:p>
            <a:pPr lvl="1"/>
            <a:r>
              <a:rPr lang="pt-BR" dirty="0"/>
              <a:t>SQL Script (INSERT)</a:t>
            </a:r>
          </a:p>
          <a:p>
            <a:pPr lvl="1"/>
            <a:endParaRPr lang="pt-BR" dirty="0"/>
          </a:p>
          <a:p>
            <a:r>
              <a:rPr lang="pt-BR" dirty="0" err="1"/>
              <a:t>Creates</a:t>
            </a:r>
            <a:r>
              <a:rPr lang="pt-BR" dirty="0"/>
              <a:t> a </a:t>
            </a:r>
            <a:r>
              <a:rPr lang="pt-BR" dirty="0" err="1"/>
              <a:t>fingerprint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used</a:t>
            </a:r>
            <a:r>
              <a:rPr lang="pt-BR" dirty="0"/>
              <a:t> in later </a:t>
            </a:r>
            <a:r>
              <a:rPr lang="pt-BR" dirty="0" err="1"/>
              <a:t>JOINs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Creates</a:t>
            </a:r>
            <a:r>
              <a:rPr lang="pt-BR" dirty="0"/>
              <a:t> a HASH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name</a:t>
            </a:r>
            <a:r>
              <a:rPr lang="pt-BR" dirty="0"/>
              <a:t>, </a:t>
            </a:r>
            <a:r>
              <a:rPr lang="pt-BR" dirty="0" err="1"/>
              <a:t>city</a:t>
            </a:r>
            <a:r>
              <a:rPr lang="pt-BR" dirty="0"/>
              <a:t>, zip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street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easily</a:t>
            </a:r>
            <a:r>
              <a:rPr lang="pt-BR" dirty="0"/>
              <a:t> </a:t>
            </a:r>
            <a:r>
              <a:rPr lang="pt-BR" dirty="0" err="1"/>
              <a:t>test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anything</a:t>
            </a:r>
            <a:r>
              <a:rPr lang="pt-BR" dirty="0"/>
              <a:t> </a:t>
            </a:r>
            <a:r>
              <a:rPr lang="pt-BR" dirty="0" err="1"/>
              <a:t>has</a:t>
            </a:r>
            <a:r>
              <a:rPr lang="pt-BR" dirty="0"/>
              <a:t> </a:t>
            </a:r>
            <a:r>
              <a:rPr lang="pt-BR" dirty="0" err="1"/>
              <a:t>changed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567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CAFD-5810-F9FD-0D95-F647890B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update SCD2 </a:t>
            </a:r>
            <a:r>
              <a:rPr lang="pt-BR" i="1" dirty="0" err="1"/>
              <a:t>dim_pickup_station</a:t>
            </a:r>
            <a:r>
              <a:rPr lang="pt-BR" i="1" dirty="0"/>
              <a:t> </a:t>
            </a:r>
            <a:r>
              <a:rPr lang="pt-BR" dirty="0"/>
              <a:t>in </a:t>
            </a:r>
            <a:r>
              <a:rPr lang="pt-BR" dirty="0" err="1"/>
              <a:t>dw</a:t>
            </a:r>
            <a:r>
              <a:rPr lang="pt-BR" dirty="0"/>
              <a:t> zone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52D4F-D48E-479C-40B7-91AEB52D9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Azure Data </a:t>
            </a:r>
            <a:r>
              <a:rPr lang="pt-BR" dirty="0" err="1"/>
              <a:t>Factory</a:t>
            </a:r>
            <a:r>
              <a:rPr lang="pt-BR" dirty="0"/>
              <a:t> Pipeline</a:t>
            </a:r>
          </a:p>
          <a:p>
            <a:pPr lvl="1"/>
            <a:r>
              <a:rPr lang="pt-BR" dirty="0"/>
              <a:t>Trigger</a:t>
            </a:r>
          </a:p>
          <a:p>
            <a:pPr lvl="1"/>
            <a:r>
              <a:rPr lang="pt-BR" dirty="0"/>
              <a:t>SQL Script (ADD)</a:t>
            </a:r>
          </a:p>
          <a:p>
            <a:pPr lvl="1"/>
            <a:r>
              <a:rPr lang="pt-BR" dirty="0"/>
              <a:t>SQL Script (UPDATE CLOSE)</a:t>
            </a:r>
          </a:p>
          <a:p>
            <a:pPr lvl="1"/>
            <a:r>
              <a:rPr lang="pt-BR" dirty="0"/>
              <a:t>SQL Script (UPDATE INSERT)</a:t>
            </a:r>
          </a:p>
          <a:p>
            <a:pPr lvl="1"/>
            <a:r>
              <a:rPr lang="pt-BR" dirty="0"/>
              <a:t>SQL Script (REMOVE)</a:t>
            </a:r>
          </a:p>
          <a:p>
            <a:pPr lvl="1"/>
            <a:endParaRPr lang="pt-BR" dirty="0"/>
          </a:p>
          <a:p>
            <a:r>
              <a:rPr lang="pt-BR" dirty="0"/>
              <a:t>Update </a:t>
            </a:r>
            <a:r>
              <a:rPr lang="pt-BR" dirty="0" err="1"/>
              <a:t>the</a:t>
            </a:r>
            <a:r>
              <a:rPr lang="pt-BR" dirty="0"/>
              <a:t> SCD2by </a:t>
            </a:r>
            <a:r>
              <a:rPr lang="pt-BR" dirty="0" err="1"/>
              <a:t>adding</a:t>
            </a:r>
            <a:r>
              <a:rPr lang="pt-BR" dirty="0"/>
              <a:t> new </a:t>
            </a:r>
            <a:r>
              <a:rPr lang="pt-BR" dirty="0" err="1"/>
              <a:t>entries</a:t>
            </a:r>
            <a:r>
              <a:rPr lang="pt-BR" dirty="0"/>
              <a:t>, </a:t>
            </a:r>
            <a:r>
              <a:rPr lang="pt-BR" dirty="0" err="1"/>
              <a:t>closing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inserting</a:t>
            </a:r>
            <a:r>
              <a:rPr lang="pt-BR" dirty="0"/>
              <a:t> </a:t>
            </a:r>
            <a:r>
              <a:rPr lang="pt-BR" dirty="0" err="1"/>
              <a:t>entries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changed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deactivating</a:t>
            </a:r>
            <a:r>
              <a:rPr lang="pt-BR" dirty="0"/>
              <a:t> </a:t>
            </a:r>
            <a:r>
              <a:rPr lang="pt-BR" dirty="0" err="1"/>
              <a:t>removed</a:t>
            </a:r>
            <a:r>
              <a:rPr lang="pt-BR" dirty="0"/>
              <a:t> </a:t>
            </a:r>
            <a:r>
              <a:rPr lang="pt-BR" dirty="0" err="1"/>
              <a:t>entries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Creates</a:t>
            </a:r>
            <a:r>
              <a:rPr lang="pt-BR" dirty="0"/>
              <a:t> a canonical ID.</a:t>
            </a:r>
          </a:p>
        </p:txBody>
      </p:sp>
    </p:spTree>
    <p:extLst>
      <p:ext uri="{BB962C8B-B14F-4D97-AF65-F5344CB8AC3E}">
        <p14:creationId xmlns:p14="http://schemas.microsoft.com/office/powerpoint/2010/main" val="2646445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00F5-F95B-C5FB-BC8B-B97C3C9C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94EC-5E22-9423-98B5-639BDAC2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5) Update </a:t>
            </a:r>
            <a:r>
              <a:rPr lang="pt-BR" dirty="0" err="1"/>
              <a:t>fact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 in </a:t>
            </a:r>
            <a:r>
              <a:rPr lang="pt-BR" dirty="0" err="1"/>
              <a:t>dw</a:t>
            </a:r>
            <a:r>
              <a:rPr lang="pt-BR" dirty="0"/>
              <a:t>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4D6E-ED3E-F6B1-4A28-13FD00F8D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Azure Data </a:t>
            </a:r>
            <a:r>
              <a:rPr lang="pt-BR" dirty="0" err="1"/>
              <a:t>Factory</a:t>
            </a:r>
            <a:r>
              <a:rPr lang="pt-BR" dirty="0"/>
              <a:t> Pipeline</a:t>
            </a:r>
          </a:p>
          <a:p>
            <a:pPr lvl="1"/>
            <a:r>
              <a:rPr lang="pt-BR" dirty="0"/>
              <a:t>Trigger</a:t>
            </a:r>
          </a:p>
          <a:p>
            <a:pPr lvl="1"/>
            <a:r>
              <a:rPr lang="pt-BR" dirty="0"/>
              <a:t>SQL Script (INSERT)</a:t>
            </a:r>
          </a:p>
          <a:p>
            <a:pPr lvl="1"/>
            <a:endParaRPr lang="pt-BR" dirty="0"/>
          </a:p>
          <a:p>
            <a:r>
              <a:rPr lang="pt-BR" dirty="0" err="1"/>
              <a:t>Inserts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i="1" dirty="0" err="1"/>
              <a:t>staging.stg_delivery_events</a:t>
            </a:r>
            <a:r>
              <a:rPr lang="pt-BR" i="1" dirty="0"/>
              <a:t>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i="1" dirty="0" err="1"/>
              <a:t>dw.fact_delivery_events</a:t>
            </a:r>
            <a:endParaRPr lang="pt-BR" i="1" dirty="0"/>
          </a:p>
          <a:p>
            <a:endParaRPr lang="pt-BR" dirty="0"/>
          </a:p>
          <a:p>
            <a:r>
              <a:rPr lang="pt-BR" dirty="0" err="1"/>
              <a:t>Inserts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i="1" dirty="0" err="1"/>
              <a:t>staging.stg_complaints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i="1" dirty="0" err="1"/>
              <a:t>dw.fact_complaints</a:t>
            </a:r>
            <a:r>
              <a:rPr lang="pt-BR" dirty="0"/>
              <a:t> </a:t>
            </a:r>
            <a:r>
              <a:rPr lang="pt-BR" dirty="0" err="1"/>
              <a:t>joining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i="1" dirty="0" err="1"/>
              <a:t>dw.dim_pick-up_</a:t>
            </a:r>
            <a:r>
              <a:rPr lang="pt-BR" dirty="0" err="1"/>
              <a:t>station</a:t>
            </a:r>
            <a:r>
              <a:rPr lang="pt-BR" dirty="0"/>
              <a:t> via </a:t>
            </a:r>
            <a:r>
              <a:rPr lang="pt-BR" dirty="0" err="1"/>
              <a:t>Pickup</a:t>
            </a:r>
            <a:r>
              <a:rPr lang="pt-BR" dirty="0"/>
              <a:t> </a:t>
            </a:r>
            <a:r>
              <a:rPr lang="pt-BR" dirty="0" err="1"/>
              <a:t>Station</a:t>
            </a:r>
            <a:r>
              <a:rPr lang="pt-BR" dirty="0"/>
              <a:t> ID</a:t>
            </a:r>
          </a:p>
        </p:txBody>
      </p:sp>
    </p:spTree>
    <p:extLst>
      <p:ext uri="{BB962C8B-B14F-4D97-AF65-F5344CB8AC3E}">
        <p14:creationId xmlns:p14="http://schemas.microsoft.com/office/powerpoint/2010/main" val="1945813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A27F-FC55-E903-703E-ADE27238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04B3-BD40-C50D-F632-A27439F9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6) </a:t>
            </a:r>
            <a:r>
              <a:rPr lang="pt-BR" dirty="0" err="1"/>
              <a:t>monitoring</a:t>
            </a:r>
            <a:r>
              <a:rPr lang="pt-BR" dirty="0"/>
              <a:t> data </a:t>
            </a:r>
            <a:r>
              <a:rPr lang="pt-BR" dirty="0" err="1"/>
              <a:t>integration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A28B-8340-056A-1049-308DDEC1E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Azure Data </a:t>
            </a:r>
            <a:r>
              <a:rPr lang="pt-BR" dirty="0" err="1"/>
              <a:t>Factory</a:t>
            </a:r>
            <a:r>
              <a:rPr lang="pt-BR" dirty="0"/>
              <a:t> Pipeline</a:t>
            </a:r>
          </a:p>
          <a:p>
            <a:pPr lvl="1"/>
            <a:r>
              <a:rPr lang="pt-BR" dirty="0"/>
              <a:t>Trigger</a:t>
            </a:r>
          </a:p>
          <a:p>
            <a:pPr lvl="1"/>
            <a:r>
              <a:rPr lang="pt-BR" dirty="0"/>
              <a:t>SQL Script (INSERT)</a:t>
            </a:r>
          </a:p>
          <a:p>
            <a:pPr lvl="1"/>
            <a:endParaRPr lang="pt-BR" dirty="0"/>
          </a:p>
          <a:p>
            <a:r>
              <a:rPr lang="pt-BR" dirty="0" err="1"/>
              <a:t>Inserts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i="1" dirty="0" err="1"/>
              <a:t>dw.monitoring_complaints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number</a:t>
            </a:r>
            <a:r>
              <a:rPr lang="pt-BR" dirty="0"/>
              <a:t> os </a:t>
            </a:r>
            <a:r>
              <a:rPr lang="pt-BR" dirty="0" err="1"/>
              <a:t>complaints</a:t>
            </a:r>
            <a:r>
              <a:rPr lang="pt-BR" dirty="0"/>
              <a:t> </a:t>
            </a:r>
            <a:r>
              <a:rPr lang="pt-BR" dirty="0" err="1"/>
              <a:t>processed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current</a:t>
            </a:r>
            <a:r>
              <a:rPr lang="pt-BR" dirty="0"/>
              <a:t> </a:t>
            </a:r>
            <a:r>
              <a:rPr lang="pt-BR" dirty="0" err="1"/>
              <a:t>day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number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complaints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didn’t</a:t>
            </a:r>
            <a:r>
              <a:rPr lang="pt-BR" dirty="0"/>
              <a:t> </a:t>
            </a:r>
            <a:r>
              <a:rPr lang="pt-BR" dirty="0" err="1"/>
              <a:t>get</a:t>
            </a:r>
            <a:r>
              <a:rPr lang="pt-BR" dirty="0"/>
              <a:t> a </a:t>
            </a:r>
            <a:r>
              <a:rPr lang="pt-BR" dirty="0" err="1"/>
              <a:t>pickup</a:t>
            </a:r>
            <a:r>
              <a:rPr lang="pt-BR" dirty="0"/>
              <a:t> ID match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i="1" dirty="0" err="1"/>
              <a:t>dw.dim_pickup_station</a:t>
            </a:r>
            <a:r>
              <a:rPr lang="pt-BR" i="1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8683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8A7B-EF47-7EB7-A516-BFBED63B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CFF2-4909-783E-A2D0-622A9551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7) </a:t>
            </a:r>
            <a:r>
              <a:rPr lang="pt-BR" dirty="0" err="1"/>
              <a:t>reports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C99A-16B2-F6E1-5999-D9A157F6B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Once</a:t>
            </a:r>
            <a:r>
              <a:rPr lang="pt-BR" dirty="0"/>
              <a:t> </a:t>
            </a:r>
            <a:r>
              <a:rPr lang="pt-BR" dirty="0" err="1"/>
              <a:t>they</a:t>
            </a:r>
            <a:r>
              <a:rPr lang="pt-BR" dirty="0"/>
              <a:t> are </a:t>
            </a:r>
            <a:r>
              <a:rPr lang="pt-BR" dirty="0" err="1"/>
              <a:t>views</a:t>
            </a:r>
            <a:r>
              <a:rPr lang="pt-BR" dirty="0"/>
              <a:t>, </a:t>
            </a:r>
            <a:r>
              <a:rPr lang="pt-BR" dirty="0" err="1"/>
              <a:t>they</a:t>
            </a:r>
            <a:r>
              <a:rPr lang="pt-BR" dirty="0"/>
              <a:t> are </a:t>
            </a:r>
            <a:r>
              <a:rPr lang="pt-BR" dirty="0" err="1"/>
              <a:t>instantly</a:t>
            </a:r>
            <a:r>
              <a:rPr lang="pt-BR" dirty="0"/>
              <a:t> </a:t>
            </a:r>
            <a:r>
              <a:rPr lang="pt-BR" dirty="0" err="1"/>
              <a:t>updated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Report 1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exposed</a:t>
            </a:r>
            <a:r>
              <a:rPr lang="pt-BR" dirty="0"/>
              <a:t> in </a:t>
            </a:r>
            <a:r>
              <a:rPr lang="pt-BR" i="1" dirty="0" err="1"/>
              <a:t>dw</a:t>
            </a:r>
            <a:r>
              <a:rPr lang="pt-BR" i="1" dirty="0"/>
              <a:t>.</a:t>
            </a:r>
            <a:r>
              <a:rPr lang="en-US" dirty="0"/>
              <a:t> rpt_pickup_station_claims_14d</a:t>
            </a:r>
          </a:p>
          <a:p>
            <a:endParaRPr lang="en-US" dirty="0"/>
          </a:p>
          <a:p>
            <a:r>
              <a:rPr lang="pt-BR" dirty="0"/>
              <a:t>Report 2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exposed</a:t>
            </a:r>
            <a:r>
              <a:rPr lang="pt-BR" dirty="0"/>
              <a:t> in </a:t>
            </a:r>
            <a:r>
              <a:rPr lang="pt-BR" i="1" dirty="0" err="1"/>
              <a:t>dw</a:t>
            </a:r>
            <a:r>
              <a:rPr lang="pt-BR" i="1" dirty="0"/>
              <a:t>.</a:t>
            </a:r>
            <a:r>
              <a:rPr lang="en-US" dirty="0"/>
              <a:t> rpt_recipients_over5_complaints_2m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045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C1C3-45B6-B495-5B02-4242DDE2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8) </a:t>
            </a:r>
            <a:r>
              <a:rPr lang="pt-BR" dirty="0" err="1"/>
              <a:t>next</a:t>
            </a:r>
            <a:r>
              <a:rPr lang="pt-BR" dirty="0"/>
              <a:t>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99C8-9223-E6B4-B017-33A8C0AD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Improve </a:t>
            </a:r>
            <a:r>
              <a:rPr lang="pt-BR" dirty="0" err="1"/>
              <a:t>monitoring</a:t>
            </a:r>
            <a:r>
              <a:rPr lang="pt-BR" dirty="0"/>
              <a:t> </a:t>
            </a:r>
            <a:r>
              <a:rPr lang="pt-BR" dirty="0" err="1"/>
              <a:t>stages</a:t>
            </a:r>
            <a:r>
              <a:rPr lang="pt-BR" dirty="0"/>
              <a:t> in pipeline</a:t>
            </a:r>
          </a:p>
          <a:p>
            <a:endParaRPr lang="pt-BR" dirty="0"/>
          </a:p>
          <a:p>
            <a:r>
              <a:rPr lang="pt-BR" dirty="0"/>
              <a:t>Correlate </a:t>
            </a:r>
            <a:r>
              <a:rPr lang="pt-BR" dirty="0" err="1"/>
              <a:t>complaints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delivery </a:t>
            </a:r>
            <a:r>
              <a:rPr lang="pt-BR" dirty="0" err="1"/>
              <a:t>events</a:t>
            </a:r>
            <a:r>
              <a:rPr lang="pt-BR" dirty="0"/>
              <a:t> </a:t>
            </a:r>
            <a:r>
              <a:rPr lang="pt-BR" dirty="0" err="1"/>
              <a:t>using</a:t>
            </a:r>
            <a:r>
              <a:rPr lang="pt-BR" dirty="0"/>
              <a:t> </a:t>
            </a:r>
            <a:r>
              <a:rPr lang="pt-BR" i="1" dirty="0" err="1"/>
              <a:t>parcel_id</a:t>
            </a:r>
            <a:r>
              <a:rPr lang="pt-BR" i="1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i="1" dirty="0" err="1"/>
              <a:t>purchase_order_id</a:t>
            </a:r>
            <a:r>
              <a:rPr lang="pt-BR" dirty="0"/>
              <a:t> </a:t>
            </a:r>
            <a:r>
              <a:rPr lang="pt-BR" dirty="0" err="1"/>
              <a:t>whenever</a:t>
            </a:r>
            <a:r>
              <a:rPr lang="pt-BR" dirty="0"/>
              <a:t> </a:t>
            </a:r>
            <a:r>
              <a:rPr lang="pt-BR" dirty="0" err="1"/>
              <a:t>possible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Create</a:t>
            </a:r>
            <a:r>
              <a:rPr lang="pt-BR" dirty="0"/>
              <a:t> a </a:t>
            </a:r>
            <a:r>
              <a:rPr lang="pt-BR" dirty="0" err="1"/>
              <a:t>crosswalk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 </a:t>
            </a:r>
            <a:r>
              <a:rPr lang="pt-BR" dirty="0" err="1"/>
              <a:t>allowing</a:t>
            </a:r>
            <a:r>
              <a:rPr lang="pt-BR" dirty="0"/>
              <a:t> a more precise </a:t>
            </a:r>
            <a:r>
              <a:rPr lang="pt-BR" dirty="0" err="1"/>
              <a:t>conection</a:t>
            </a:r>
            <a:r>
              <a:rPr lang="pt-BR" dirty="0"/>
              <a:t> </a:t>
            </a:r>
            <a:r>
              <a:rPr lang="pt-BR" dirty="0" err="1"/>
              <a:t>between</a:t>
            </a:r>
            <a:r>
              <a:rPr lang="pt-BR" dirty="0"/>
              <a:t> delivery </a:t>
            </a:r>
            <a:r>
              <a:rPr lang="pt-BR" dirty="0" err="1"/>
              <a:t>events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complaints</a:t>
            </a:r>
            <a:endParaRPr lang="pt-BR" dirty="0"/>
          </a:p>
          <a:p>
            <a:endParaRPr lang="pt-BR" dirty="0"/>
          </a:p>
          <a:p>
            <a:r>
              <a:rPr lang="pt-BR" dirty="0"/>
              <a:t>Draw insights </a:t>
            </a:r>
            <a:r>
              <a:rPr lang="pt-BR" dirty="0" err="1"/>
              <a:t>from</a:t>
            </a:r>
            <a:r>
              <a:rPr lang="pt-BR" dirty="0"/>
              <a:t> drivers, </a:t>
            </a:r>
            <a:r>
              <a:rPr lang="pt-BR" dirty="0" err="1"/>
              <a:t>recipients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stations</a:t>
            </a:r>
            <a:r>
              <a:rPr lang="pt-BR" dirty="0"/>
              <a:t> in </a:t>
            </a:r>
            <a:r>
              <a:rPr lang="pt-BR" dirty="0" err="1"/>
              <a:t>terms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number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deliveries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number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complaints</a:t>
            </a:r>
            <a:endParaRPr lang="pt-BR" dirty="0"/>
          </a:p>
          <a:p>
            <a:endParaRPr lang="pt-BR" dirty="0"/>
          </a:p>
          <a:p>
            <a:r>
              <a:rPr lang="pt-BR" dirty="0"/>
              <a:t>Use LLM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evaluate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claims</a:t>
            </a:r>
            <a:r>
              <a:rPr lang="pt-BR" dirty="0"/>
              <a:t> </a:t>
            </a:r>
            <a:r>
              <a:rPr lang="pt-BR" dirty="0" err="1"/>
              <a:t>contents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6965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A75C-BE41-6E21-8DA7-1D1EB81F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88288-CBD9-CE58-8162-D7C12E851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61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706</Words>
  <Application>Microsoft Office PowerPoint</Application>
  <PresentationFormat>Widescreen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Business problem</vt:lpstr>
      <vt:lpstr>Deliverables</vt:lpstr>
      <vt:lpstr>Goals</vt:lpstr>
      <vt:lpstr>Available data</vt:lpstr>
      <vt:lpstr>Assumptions</vt:lpstr>
      <vt:lpstr>Pipeline architecture</vt:lpstr>
      <vt:lpstr>1) bring raw data into landing zone</vt:lpstr>
      <vt:lpstr>2) Parse raw CSV/XML/JSON into staging zone</vt:lpstr>
      <vt:lpstr>3) copy reference data into staging zone</vt:lpstr>
      <vt:lpstr>4) update SCD2 dim_pickup_station in dw zone</vt:lpstr>
      <vt:lpstr>5) Update fact tables in dw zone</vt:lpstr>
      <vt:lpstr>6) monitoring data integration</vt:lpstr>
      <vt:lpstr>7) reports</vt:lpstr>
      <vt:lpstr>8)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Piato (Partner)</dc:creator>
  <cp:lastModifiedBy>Bruno Piato (Partner)</cp:lastModifiedBy>
  <cp:revision>2</cp:revision>
  <dcterms:created xsi:type="dcterms:W3CDTF">2025-12-15T10:49:12Z</dcterms:created>
  <dcterms:modified xsi:type="dcterms:W3CDTF">2025-12-15T14:33:46Z</dcterms:modified>
</cp:coreProperties>
</file>